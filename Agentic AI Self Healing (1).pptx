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7960-1481-BACE-CF61-1E8777423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7C8E-9569-E4EE-E17F-49A7A49A5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FFB16-FAF1-E3C0-A826-6EEE7D18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959DF-2F19-5092-BD93-AF98D52B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90853-2042-2BA2-7F88-3A7EFBF0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9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4A53-730B-FCBF-74D9-1680D57E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983B-F32C-5CEC-D6F2-E11FF08B8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368A-BEA9-D5E5-2D1E-754CB49A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20A5B-ACA0-A54F-8389-5A65B334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417C-9384-0AA5-91C9-17155ED0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52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F630-50F5-C867-6ADF-FF92DE5E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C34F-553D-15D4-FE8E-91074BD99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58EE-C1D8-E2FA-4E35-D6216B11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F5DA9-BFAE-7A57-6742-85C7F2F2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4797-D74A-D9F0-4523-D8DF669F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47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C1B6-037D-3C60-ACFA-13C19C13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F67E5-4931-92B0-BBFF-4D4EF57E5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31A40-1B06-13AC-AEB8-DE8151D76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B38C-8F72-E6DC-830A-FE74E310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1DBBF-8C65-7E75-86E4-856E683C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15161-1C58-F0B8-3A90-89F30ACF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2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872B-F2B3-CBB0-6E99-19FF8676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C8E69-8983-769E-2B7F-3E1A282A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20401-871C-C945-2B3F-71F2C6FBA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5120F-C942-AE76-B420-77F8701BB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561D2-F0B7-9A94-BF92-4FC234517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D6258-8B42-1E9E-0BC1-49407E7E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724360-1912-6BF7-FD34-7580E954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7804-8709-7622-0CDF-A1B3C997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5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2134-4BB1-79FD-127C-495CB9AB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5301C-A1F4-D456-2C99-8EB931E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D44A7-9538-9540-20D4-AF49FE9F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C4166-3374-F2B5-789A-00BF3235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8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12719-57FF-759B-2EAC-50AE1E9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7D853-44BA-E738-21C9-0E24A353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E5B32-2BE6-5428-3226-769989B9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0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E773-E7D0-889A-F694-50AC5749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38A51-4D4C-261A-7947-DA5BF4ACE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986B7-A513-B79D-2545-06D9402E1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CA08D-882E-30F0-62C3-E67BF5D6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B9802-A809-7DF4-0565-26062CE6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638E8-665C-920B-5386-7C1F1E51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1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F08B-44FC-C36A-0FEF-0B082EC8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E8459-B4FA-E405-F560-BE970497D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32561-6B46-8C2E-1EF2-C6E7586D5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F75BB-C175-E661-F88C-E5D4B69F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0A710-EF4C-BC60-5E61-EC5A096F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8BAB4-0E9E-F492-DD08-0B34916B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79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9E98-8EB6-E89E-0DB5-C28B0D3F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A8A2A-520C-2240-2CFF-F8E86D14C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7BAE-D28D-8343-23B3-094A031E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BF70F-76D1-D403-2981-8905C797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AC8F3-CDDD-68AF-48F9-FA21AF27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08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B37C8-4AA5-DC83-0DA6-30E19C0A7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B155C-1B6E-24EE-ED5E-8C2CBB79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47FF9-3AA8-DA5D-7624-35A349A3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5EF6-834E-4DFE-F090-92768257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0B790-2653-9340-E772-B44336FA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7B22B-9302-6AC2-3991-05B5E10E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DAE3-4C7C-560A-8E73-491C2165F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9C29-DEAC-0DE7-912D-26D0709D7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84F9B-03F4-404A-A38C-DD160E7F92F1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1C14C-0CA9-B0BD-6D6C-59952307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0742-FD84-8DD5-2BD3-F1743DD92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7DDA0-8958-4340-AD78-3991144C56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73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B0CD-DD9D-48D5-EA1A-E7C45057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7A84BD-D898-19F5-4E3B-B60063BC7815}"/>
              </a:ext>
            </a:extLst>
          </p:cNvPr>
          <p:cNvSpPr txBox="1"/>
          <p:nvPr/>
        </p:nvSpPr>
        <p:spPr>
          <a:xfrm>
            <a:off x="0" y="9839"/>
            <a:ext cx="12192000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Agentic AI Self Healing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F5034E-7CE5-DD85-71F1-34F4E8C5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798" y="19839"/>
            <a:ext cx="596202" cy="50322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D53E68-018D-8288-3452-6CD7E743D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94464"/>
              </p:ext>
            </p:extLst>
          </p:nvPr>
        </p:nvGraphicFramePr>
        <p:xfrm>
          <a:off x="4305565" y="485763"/>
          <a:ext cx="4083061" cy="160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3061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40646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Business Context/Problem 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1194994"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Frequent </a:t>
                      </a:r>
                      <a:r>
                        <a:rPr lang="en-US" sz="1400" dirty="0" err="1"/>
                        <a:t>vm</a:t>
                      </a:r>
                      <a:r>
                        <a:rPr lang="en-US" sz="1400" dirty="0"/>
                        <a:t> down/Filesystem full/Pod failure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Frequent service disruptions due to config/resource issues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Slow detection &amp; manual fixes → high MTTR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SLA breaches risk customer trust &amp; penalties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3D7800-C19B-6DC0-44BE-575663122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160131"/>
              </p:ext>
            </p:extLst>
          </p:nvPr>
        </p:nvGraphicFramePr>
        <p:xfrm>
          <a:off x="8398565" y="485760"/>
          <a:ext cx="3740962" cy="1675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962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40876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1266977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AI agents monitor observability data &amp; perform RCA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Triggers self‑healing actions; escalates via Slack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Fully audit‑logged for process compliance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1315E6-3ABB-36D4-811C-25460241C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667211"/>
              </p:ext>
            </p:extLst>
          </p:nvPr>
        </p:nvGraphicFramePr>
        <p:xfrm>
          <a:off x="4315503" y="4431152"/>
          <a:ext cx="2681645" cy="241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645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34961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Tech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2067393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Platform: OpenShift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Observability: Prometheus, Grafana, Loki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LLM: Llama3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OpenAi</a:t>
                      </a:r>
                      <a:endParaRPr lang="en-IN" sz="1400" dirty="0"/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Remediation: Kubernetes Packages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Integrations: Slack, Teams, </a:t>
                      </a:r>
                      <a:r>
                        <a:rPr lang="en-IN" sz="1400" dirty="0" err="1"/>
                        <a:t>Alertmanager</a:t>
                      </a:r>
                      <a:endParaRPr lang="en-IN" sz="1400" dirty="0"/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IN" sz="1400" dirty="0"/>
                        <a:t>Knowledge Base: Vector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88D44C-242F-75EE-5DD7-D75B4A971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290754"/>
              </p:ext>
            </p:extLst>
          </p:nvPr>
        </p:nvGraphicFramePr>
        <p:xfrm>
          <a:off x="52474" y="535457"/>
          <a:ext cx="4173705" cy="3141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705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50142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Introduction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2640383"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Agentic AI Defined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AI systems that act as autonomous agents, capable of decision-making and executing tasks without constant human oversight.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Why Self-Healing Matters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IT environments are increasingly complex and distributed.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Traditional reactive approaches lead to downtime and inefficiency.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Businesses need proactive, autonomous solutions to maintain continuity.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115276-41E6-86A0-3B64-1D88EAD7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500482"/>
              </p:ext>
            </p:extLst>
          </p:nvPr>
        </p:nvGraphicFramePr>
        <p:xfrm>
          <a:off x="76966" y="3741217"/>
          <a:ext cx="4149213" cy="310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9213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49586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Current Challenge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2611083"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Complexity Explosion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Multi-cloud, hybrid setups, microservices, and containerized workloads.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Manual Intervention Issues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Delayed incident resolution.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Increased operational costs.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Higher risk of human error.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Impact on Business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Downtime costs millions.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Customer experience suffers.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Process Compliance risks increase.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615DD6-BCB1-D229-6161-D5E34B09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181963"/>
              </p:ext>
            </p:extLst>
          </p:nvPr>
        </p:nvGraphicFramePr>
        <p:xfrm>
          <a:off x="4315504" y="2091528"/>
          <a:ext cx="7809469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9469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28583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How Agentic AI enable Self Healing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1886524"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Autonomous Monitoring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Continuous alert checks across servers, networks, and applications.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Predictive Analytics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LLM models analyze the logs and propose the solution.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Automated Remediation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Executes corrective actions instantly— restarting services, reallocating resources.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Learning Loop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Improves with every incident, creating a knowledge base for future prevention.</a:t>
                      </a:r>
                      <a:r>
                        <a:rPr lang="en-IN" sz="1400" dirty="0"/>
                        <a:t>Platform: OpenShift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7ED29F-6338-17ED-7F26-A5623F915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491992"/>
              </p:ext>
            </p:extLst>
          </p:nvPr>
        </p:nvGraphicFramePr>
        <p:xfrm>
          <a:off x="6997148" y="4431151"/>
          <a:ext cx="5142379" cy="242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379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33963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Benefits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2084263"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Reduced Downtime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Near-zero recovery time for critical systems.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Cost Efficiency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Lower operational overhead and fewer manual interventions.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Scalability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Handles growing complexity without additional manpower.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  <a:defRPr sz="1400"/>
                      </a:pPr>
                      <a:r>
                        <a:rPr lang="en-US" sz="1400" b="1" dirty="0"/>
                        <a:t>Improved User Experience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q"/>
                        <a:defRPr sz="1400"/>
                      </a:pPr>
                      <a:r>
                        <a:rPr lang="en-US" sz="1400" dirty="0"/>
                        <a:t>Minimal disruptions for end-users and customers.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74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2504-9F14-BF0D-2909-12833B68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2CFBCA-FC96-5263-E404-8BF235B5A0EC}"/>
              </a:ext>
            </a:extLst>
          </p:cNvPr>
          <p:cNvSpPr txBox="1"/>
          <p:nvPr/>
        </p:nvSpPr>
        <p:spPr>
          <a:xfrm>
            <a:off x="0" y="9839"/>
            <a:ext cx="12192000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Agentic AI Self Healing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5AC3D-6450-1F12-46EB-B4B03C9D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798" y="19839"/>
            <a:ext cx="596202" cy="50322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1431DB-40EB-F2E9-589F-6F8AB6E3C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02479"/>
              </p:ext>
            </p:extLst>
          </p:nvPr>
        </p:nvGraphicFramePr>
        <p:xfrm>
          <a:off x="108155" y="572599"/>
          <a:ext cx="11949867" cy="628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9867">
                  <a:extLst>
                    <a:ext uri="{9D8B030D-6E8A-4147-A177-3AD203B41FA5}">
                      <a16:colId xmlns:a16="http://schemas.microsoft.com/office/drawing/2014/main" val="532059725"/>
                    </a:ext>
                  </a:extLst>
                </a:gridCol>
              </a:tblGrid>
              <a:tr h="953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r>
                        <a:rPr lang="en-IN" sz="1800" dirty="0"/>
                        <a:t>rchitecture and Workflow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91883"/>
                  </a:ext>
                </a:extLst>
              </a:tr>
              <a:tr h="5331874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83266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6450FF7-D036-4B20-45D6-5C1AC51CE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4" y="1523999"/>
            <a:ext cx="11949867" cy="531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9303</TotalTime>
  <Words>309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Nilabja Haldar</dc:creator>
  <cp:lastModifiedBy>Nilabja Haldar</cp:lastModifiedBy>
  <cp:revision>24</cp:revision>
  <dcterms:created xsi:type="dcterms:W3CDTF">2025-06-25T07:13:44Z</dcterms:created>
  <dcterms:modified xsi:type="dcterms:W3CDTF">2025-12-18T12:21:20Z</dcterms:modified>
</cp:coreProperties>
</file>